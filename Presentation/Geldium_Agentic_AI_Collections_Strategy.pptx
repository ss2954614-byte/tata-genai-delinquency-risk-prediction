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  <p:embeddedFont>
      <p:font typeface="Roboto Slab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t>1. Inputs: Customer demographics, payment history, credit utilization, debt-to-income ratio, income, and employment status.</a:t>
            </a:r>
          </a:p>
          <a:p>
            <a:r>
              <a:t>2. Decision Logic: Logistic Regression model + business rules generate risk scores and risk categories.</a:t>
            </a:r>
          </a:p>
          <a:p>
            <a:r>
              <a:t>3. Actions: Automated reminders, repayment plans, hardship offers, and escalation based on risk level.</a:t>
            </a:r>
          </a:p>
          <a:p>
            <a:r>
              <a:t>4. Learning Loop: Monitor outcomes, audit fairness, retrain models, and refine rules continuously.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GB" dirty="0"/>
              <a:t>Explain which parts of the system will operate autonomously and which require human oversight. Consider: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Fully automated decisions (e.g., sending a reminder email)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Human-reviewed actions (e.g., offering personalized hardship plans)</a:t>
            </a:r>
          </a:p>
        </p:txBody>
      </p:sp>
      <p:graphicFrame>
        <p:nvGraphicFramePr>
          <p:cNvPr id="83" name="Table 82"/>
          <p:cNvGraphicFramePr>
            <a:graphicFrameLocks noGrp="1"/>
          </p:cNvGraphicFramePr>
          <p:nvPr/>
        </p:nvGraphicFramePr>
        <p:xfrm>
          <a:off x="457200" y="16459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Autonomous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Human Oversight Activities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Generate risk scores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Approve hardship plans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Send reminders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Review disputed 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Risk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Monitor fairness audits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Trigger low-risk outreach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Approve legal escalation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Track outcomes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Review model updates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t>• Fairness audits across demographic groups.</a:t>
            </a:r>
          </a:p>
          <a:p>
            <a:r>
              <a:t>• Explainable predictions showing key risk factors.</a:t>
            </a:r>
          </a:p>
          <a:p>
            <a:r>
              <a:t>• Compliance with GDPR, ECOA, and privacy regulations.</a:t>
            </a:r>
          </a:p>
          <a:p>
            <a:r>
              <a:t>• Human-in-the-loop review for high-impact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Business KPIs:</a:t>
            </a:r>
          </a:p>
          <a:p>
            <a:r>
              <a:t>• Reduce delinquency by 10–15%</a:t>
            </a:r>
          </a:p>
          <a:p>
            <a:r>
              <a:t>• Increase repayment rates</a:t>
            </a:r>
          </a:p>
          <a:p>
            <a:r>
              <a:t>• Lower collection costs</a:t>
            </a:r>
          </a:p>
          <a:p>
            <a:r>
              <a:t>• Improve agent productivity</a:t>
            </a:r>
          </a:p>
          <a:p>
            <a:endParaRPr/>
          </a:p>
          <a:p>
            <a:r>
              <a:t>Customer Outcomes:</a:t>
            </a:r>
          </a:p>
          <a:p>
            <a:r>
              <a:t>• Personalized support</a:t>
            </a:r>
          </a:p>
          <a:p>
            <a:r>
              <a:t>• Greater transparency and fairness</a:t>
            </a:r>
          </a:p>
          <a:p>
            <a:r>
              <a:t>• Faster issue resolution</a:t>
            </a:r>
          </a:p>
          <a:p>
            <a:r>
              <a:t>• Improved trust and satisfaction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Agentic AI enables proactive, scalable, and fair collections by combining predictive analytics, automation, and human oversight.</a:t>
            </a:r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System Workflow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1371600"/>
            <a:ext cx="78157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Customer Data  →  AI Risk Scoring  →  Personalized Collection Actions →  Outcome Monitoring &amp; Retraining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522</Words>
  <Application>Microsoft Office PowerPoint</Application>
  <PresentationFormat>On-screen Show (16:9)</PresentationFormat>
  <Paragraphs>58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Roboto</vt:lpstr>
      <vt:lpstr>Roboto Slab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Executive 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Mr Suhail</cp:lastModifiedBy>
  <cp:revision>4</cp:revision>
  <dcterms:modified xsi:type="dcterms:W3CDTF">2026-06-22T18:49:44Z</dcterms:modified>
</cp:coreProperties>
</file>